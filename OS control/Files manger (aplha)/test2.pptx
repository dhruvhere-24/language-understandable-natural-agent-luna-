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Monte Carlo Methods in Reinforcement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First-Visit vs Every-Visit Monte Carlo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Monte Carlo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Monte Carlo (MC) methods are used in Reinforcement Learning to estimate value functions.</a:t>
            </a:r>
          </a:p>
          <a:p>
            <a:r>
              <a:t>• They learn directly from experience (episodes).</a:t>
            </a:r>
          </a:p>
          <a:p>
            <a:r>
              <a:t>• MC methods are model-free and do not require transition probabilities.</a:t>
            </a:r>
          </a:p>
          <a:p>
            <a:r>
              <a:t>• Learning occurs after complete episodes.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Concept: Episodes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An episode is a sequence of states, actions, and rewards.</a:t>
            </a:r>
          </a:p>
          <a:p>
            <a:r>
              <a:t>• Example: S0 → A0 → R1 → S1 → A1 → R2 → ... → ST</a:t>
            </a:r>
          </a:p>
          <a:p>
            <a:r>
              <a:t>• Episode ends when a terminal state is reached.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Return in Monte Carlo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Return (Gt) is the total discounted reward from time step t.</a:t>
            </a:r>
          </a:p>
          <a:p/>
          <a:p>
            <a:r>
              <a:t>Gt = Rt+1 + γRt+2 + γ²Rt+3 + ... + γ^(T−t−1)RT</a:t>
            </a:r>
          </a:p>
          <a:p/>
          <a:p>
            <a:r>
              <a:t>γ = discount factor (0 ≤ γ &lt; 1)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Monte Carlo Prediction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Estimate the state value function Vπ(s).</a:t>
            </a:r>
          </a:p>
          <a:p/>
          <a:p>
            <a:r>
              <a:t>Vπ(s) = Expected return when starting from state s and following policy π.</a:t>
            </a:r>
          </a:p>
          <a:p>
            <a:r>
              <a:t>MC estimates this by averaging returns observed after visiting state 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Monte Carlo Learning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Initialize V(s) arbitrarily.</a:t>
            </a:r>
          </a:p>
          <a:p>
            <a:r>
              <a:t>2. Generate an episode using policy π.</a:t>
            </a:r>
          </a:p>
          <a:p>
            <a:r>
              <a:t>3. Compute return for each state visited.</a:t>
            </a:r>
          </a:p>
          <a:p>
            <a:r>
              <a:t>4. Update value function using average returns.</a:t>
            </a:r>
          </a:p>
          <a:p>
            <a:r>
              <a:t>5. Repeat for many episodes.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First-Visit Monte Carlo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Updates the value of a state only the first time it appears in an episode.</a:t>
            </a:r>
          </a:p>
          <a:p>
            <a:r>
              <a:t>• If the state appears multiple times, only the first occurrence is considered.</a:t>
            </a:r>
          </a:p>
          <a:p>
            <a:r>
              <a:t>• Reduces repeated updates within the same episode.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First-Visit 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Episode: S1 → S2 → S3 → S2 → S4</a:t>
            </a:r>
          </a:p>
          <a:p/>
          <a:p>
            <a:r>
              <a:t>State S2 appears twice.</a:t>
            </a:r>
          </a:p>
          <a:p>
            <a:r>
              <a:t>First-Visit MC updates S2 only at the first occurrence.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Every-Visit Monte Carlo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Updates the value of a state every time it appears in an episode.</a:t>
            </a:r>
          </a:p>
          <a:p>
            <a:r>
              <a:t>• Uses all occurrences of the state.</a:t>
            </a:r>
          </a:p>
          <a:p>
            <a:r>
              <a:t>• Leads to more updates compared to First-Visit MC.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Every-Visit 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Episode: S1 → S2 → S3 → S2 → S4</a:t>
            </a:r>
          </a:p>
          <a:p/>
          <a:p>
            <a:r>
              <a:t>Every-Visit MC updates S2 both times it appears.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First-Visit and Every-Visit MC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First-Visit MC:</a:t>
            </a:r>
          </a:p>
          <a:p>
            <a:r>
              <a:t>• Uses only the first occurrence</a:t>
            </a:r>
          </a:p>
          <a:p>
            <a:r>
              <a:t>• Fewer updates</a:t>
            </a:r>
          </a:p>
          <a:p/>
          <a:p>
            <a:r>
              <a:t>Every-Visit MC:</a:t>
            </a:r>
          </a:p>
          <a:p>
            <a:r>
              <a:t>• Uses all occurrences</a:t>
            </a:r>
          </a:p>
          <a:p>
            <a:r>
              <a:t>• More updates and more data usage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Monte Carlo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Model-free learning</a:t>
            </a:r>
          </a:p>
          <a:p>
            <a:r>
              <a:t>• Easy to understand and implement</a:t>
            </a:r>
          </a:p>
          <a:p>
            <a:r>
              <a:t>• Works well for episodic problems</a:t>
            </a:r>
          </a:p>
          <a:p>
            <a:r>
              <a:t>• Does not require environment dynamics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Monte Carlo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Requires complete episodes</a:t>
            </a:r>
          </a:p>
          <a:p>
            <a:r>
              <a:t>• Learning can be slow</a:t>
            </a:r>
          </a:p>
          <a:p>
            <a:r>
              <a:t>• High variance in return estimates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Game playing AI</a:t>
            </a:r>
          </a:p>
          <a:p>
            <a:r>
              <a:t>• Robotics learning</a:t>
            </a:r>
          </a:p>
          <a:p>
            <a:r>
              <a:t>• Financial simulations</a:t>
            </a:r>
          </a:p>
          <a:p>
            <a:r>
              <a:t>• Decision-making systems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Monte Carlo methods estimate value functions from sampled episodes.</a:t>
            </a:r>
          </a:p>
          <a:p>
            <a:r>
              <a:t>• First-Visit MC updates state value only on first occurrence.</a:t>
            </a:r>
          </a:p>
          <a:p>
            <a:r>
              <a:t>• Every-Visit MC updates state value on every occurrence.</a:t>
            </a:r>
          </a:p>
          <a:p>
            <a:r>
              <a:t>• Both methods converge to correct value estimates with enough episodes.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